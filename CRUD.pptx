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D6A9F">
              <a:alpha val="18000"/>
            </a:srgbClr>
          </a:solidFill>
          <a:ln w="12700">
            <a:solidFill>
              <a:srgbClr val="2D6A9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A8C8E8">
              <a:alpha val="12000"/>
            </a:srgbClr>
          </a:solidFill>
          <a:ln w="12700">
            <a:solidFill>
              <a:srgbClr val="A8C8E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DESARROLLO WEB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un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CRUD?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3200400" cy="36576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operaciones esenciales de cualquier aplicación web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D6A9F">
              <a:alpha val="30000"/>
            </a:srgbClr>
          </a:solidFill>
          <a:ln w="12700">
            <a:solidFill>
              <a:srgbClr val="2D6A9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educativo  ·  Flask + Python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CRUD?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32104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109728" cy="109728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es el acrónimo de las 4 operaciones básicas que toda aplicación necesita para manejar datos. Si sabes CRUD, sabes la base de cualquier sistema web, móvil o de escritorio.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560320"/>
            <a:ext cx="1920240" cy="502920"/>
          </a:xfrm>
          <a:prstGeom prst="rect">
            <a:avLst/>
          </a:prstGeom>
          <a:solidFill>
            <a:srgbClr val="1D5C87"/>
          </a:solidFill>
          <a:ln w="12700">
            <a:solidFill>
              <a:srgbClr val="1D5C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547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datos nuevos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5603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2560320"/>
            <a:ext cx="1920240" cy="5029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5786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9748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3547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/ Consultar datos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5603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60320"/>
            <a:ext cx="1920240" cy="502920"/>
          </a:xfrm>
          <a:prstGeom prst="rect">
            <a:avLst/>
          </a:prstGeom>
          <a:solidFill>
            <a:srgbClr val="3A7DBF"/>
          </a:solidFill>
          <a:ln w="12700">
            <a:solidFill>
              <a:srgbClr val="3A7D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0060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547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datos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25603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560320"/>
            <a:ext cx="19202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5786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3547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datos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A8C8E8">
              <a:alpha val="45000"/>
            </a:srgbClr>
          </a:solidFill>
          <a:ln w="12700">
            <a:solidFill>
              <a:srgbClr val="A8C8E8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489204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D5C87"/>
          </a:solidFill>
          <a:ln w="12700">
            <a:solidFill>
              <a:srgbClr val="1D5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/ Crear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Create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194560" y="850392"/>
            <a:ext cx="6675120" cy="36576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98755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agregar un nuevo registro a nuestra lista de datos. El formulario HTML envía los datos y Flask los recibe con request.form.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Flask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4389120" cy="347472"/>
          </a:xfrm>
          <a:prstGeom prst="rect">
            <a:avLst/>
          </a:prstGeom>
          <a:solidFill>
            <a:srgbClr val="DFF0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928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/agregar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Flask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761488"/>
            <a:ext cx="6766560" cy="2011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6A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2834640"/>
            <a:ext cx="6492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@app.route('/agregar', methods=['POST'])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agregar():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productos.append({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'nombre':   request.form['nombre'],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'cantidad': int(request.form['cantidad']),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'precio':   float(request.form['precio'])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redirect(url_for('index'))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/ Leer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Read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194560" y="850392"/>
            <a:ext cx="6675120" cy="36576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98755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todos los registros que tenemos guardados. Flask envía la lista al HTML con render_template() y Jinja2 la recorre con un for.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Flask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4389120" cy="347472"/>
          </a:xfrm>
          <a:prstGeom prst="rect">
            <a:avLst/>
          </a:prstGeom>
          <a:solidFill>
            <a:srgbClr val="DFF0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928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Flask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761488"/>
            <a:ext cx="6766560" cy="2011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6A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2834640"/>
            <a:ext cx="6492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index():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Enviamos la lista al HTML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'index.html',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productos=productos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3A7DBF"/>
          </a:solidFill>
          <a:ln w="12700">
            <a:solidFill>
              <a:srgbClr val="3A7D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/ Actualizar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Update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194560" y="850392"/>
            <a:ext cx="6675120" cy="36576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98755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producto con el id indicado y reemplaza sus datos. Flask recibe el id por la URL y los nuevos datos por el formulario.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Flask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4389120" cy="347472"/>
          </a:xfrm>
          <a:prstGeom prst="rect">
            <a:avLst/>
          </a:prstGeom>
          <a:solidFill>
            <a:srgbClr val="DFF0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928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/editar/&lt;int:id&gt;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Flask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761488"/>
            <a:ext cx="6766560" cy="2011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6A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2834640"/>
            <a:ext cx="6492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@app.route('/editar/&lt;int:id&gt;', methods=['POST'])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editar(id):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productos: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p['id'] == id: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p['nombre']   = request.form['nombre']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p['precio']   = float(request.form['precio'])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redirect(url_for('index'))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/ Borrar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709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Delete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194560" y="850392"/>
            <a:ext cx="6675120" cy="36576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98755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producto con el id indicado. Recrea la lista filtrando con una list comprehension, que es la forma Pythónica de eliminar.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Flask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4389120" cy="347472"/>
          </a:xfrm>
          <a:prstGeom prst="rect">
            <a:avLst/>
          </a:prstGeom>
          <a:solidFill>
            <a:srgbClr val="DFF0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928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/eliminar/&lt;int:id&gt;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Flask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761488"/>
            <a:ext cx="6766560" cy="2011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6A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2834640"/>
            <a:ext cx="6492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@app.route('/eliminar/&lt;int:id&gt;')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eliminar(id):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Guardamos todos EXCEPTO el que queremos borrar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productos[:] =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for p in productos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p['id'] != 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redirect(url_for('index'))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Las 4 operaciones del CRUD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914400" cy="4114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17320" y="1051560"/>
            <a:ext cx="1371600" cy="4114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051560"/>
            <a:ext cx="1828800" cy="4114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051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2103120" cy="4114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Flask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051560"/>
            <a:ext cx="2011680" cy="4114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HTTP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150876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600200"/>
            <a:ext cx="822960" cy="475488"/>
          </a:xfrm>
          <a:prstGeom prst="rect">
            <a:avLst/>
          </a:prstGeom>
          <a:solidFill>
            <a:srgbClr val="1D5C87"/>
          </a:solidFill>
          <a:ln w="12700">
            <a:solidFill>
              <a:srgbClr val="1D5C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6002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15087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15087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registro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15087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/agregar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1645920"/>
            <a:ext cx="777240" cy="384048"/>
          </a:xfrm>
          <a:prstGeom prst="rect">
            <a:avLst/>
          </a:prstGeom>
          <a:solidFill>
            <a:srgbClr val="1D5C87">
              <a:alpha val="85000"/>
            </a:srgbClr>
          </a:solidFill>
          <a:ln w="12700">
            <a:solidFill>
              <a:srgbClr val="1D5C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6459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258568"/>
            <a:ext cx="8321040" cy="658368"/>
          </a:xfrm>
          <a:prstGeom prst="rect">
            <a:avLst/>
          </a:prstGeom>
          <a:solidFill>
            <a:srgbClr val="DFF0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350008"/>
            <a:ext cx="822960" cy="47548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35000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63040" y="22585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34640" y="22585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todos los registros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225856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12280" y="2395728"/>
            <a:ext cx="777240" cy="384048"/>
          </a:xfrm>
          <a:prstGeom prst="rect">
            <a:avLst/>
          </a:prstGeom>
          <a:solidFill>
            <a:srgbClr val="2D6A9F">
              <a:alpha val="85000"/>
            </a:srgbClr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239572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00837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99816"/>
            <a:ext cx="822960" cy="475488"/>
          </a:xfrm>
          <a:prstGeom prst="rect">
            <a:avLst/>
          </a:prstGeom>
          <a:solidFill>
            <a:srgbClr val="3A7DBF"/>
          </a:solidFill>
          <a:ln w="12700">
            <a:solidFill>
              <a:srgbClr val="3A7D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998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63040" y="300837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834640" y="30083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un registro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300837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/editar/&lt;id&gt;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12280" y="3145536"/>
            <a:ext cx="777240" cy="384048"/>
          </a:xfrm>
          <a:prstGeom prst="rect">
            <a:avLst/>
          </a:prstGeom>
          <a:solidFill>
            <a:srgbClr val="3A7DBF">
              <a:alpha val="85000"/>
            </a:srgbClr>
          </a:solidFill>
          <a:ln w="12700">
            <a:solidFill>
              <a:srgbClr val="3A7D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314553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3758184"/>
            <a:ext cx="8321040" cy="658368"/>
          </a:xfrm>
          <a:prstGeom prst="rect">
            <a:avLst/>
          </a:prstGeom>
          <a:solidFill>
            <a:srgbClr val="DFF0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849624"/>
            <a:ext cx="822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496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463040" y="375818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834640" y="37581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 registro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63440" y="375818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/eliminar/&lt;id&gt;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12280" y="3895344"/>
            <a:ext cx="777240" cy="384048"/>
          </a:xfrm>
          <a:prstGeom prst="rect">
            <a:avLst/>
          </a:prstGeom>
          <a:solidFill>
            <a:srgbClr val="1A3A5C">
              <a:alpha val="8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389534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A8C8E8">
              <a:alpha val="45000"/>
            </a:srgbClr>
          </a:solidFill>
          <a:ln w="12700">
            <a:solidFill>
              <a:srgbClr val="A8C8E8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89204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ejecutarlo?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229600" cy="36576"/>
          </a:xfrm>
          <a:prstGeom prst="rect">
            <a:avLst/>
          </a:prstGeom>
          <a:solidFill>
            <a:srgbClr val="A8C8E8">
              <a:alpha val="60000"/>
            </a:srgbClr>
          </a:solidFill>
          <a:ln w="12700">
            <a:solidFill>
              <a:srgbClr val="A8C8E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594360" cy="594360"/>
          </a:xfrm>
          <a:prstGeom prst="ellipse">
            <a:avLst/>
          </a:prstGeom>
          <a:solidFill>
            <a:srgbClr val="2D6A9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Flask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80160" y="1536192"/>
            <a:ext cx="7315200" cy="502920"/>
          </a:xfrm>
          <a:prstGeom prst="rect">
            <a:avLst/>
          </a:prstGeom>
          <a:solidFill>
            <a:srgbClr val="102030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544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594360" cy="594360"/>
          </a:xfrm>
          <a:prstGeom prst="ellipse">
            <a:avLst/>
          </a:prstGeom>
          <a:solidFill>
            <a:srgbClr val="2D6A9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 app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80160" y="2770632"/>
            <a:ext cx="7315200" cy="502920"/>
          </a:xfrm>
          <a:prstGeom prst="rect">
            <a:avLst/>
          </a:prstGeom>
          <a:solidFill>
            <a:srgbClr val="102030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788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594360" cy="594360"/>
          </a:xfrm>
          <a:prstGeom prst="ellipse">
            <a:avLst/>
          </a:prstGeom>
          <a:solidFill>
            <a:srgbClr val="2D6A9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en el navegador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80160" y="4005072"/>
            <a:ext cx="7315200" cy="502920"/>
          </a:xfrm>
          <a:prstGeom prst="rect">
            <a:avLst/>
          </a:prstGeom>
          <a:solidFill>
            <a:srgbClr val="102030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023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http://127.0.0.1:5000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un CRUD?</dc:title>
  <dc:subject>PptxGenJS Presentation</dc:subject>
  <dc:creator>PptxGenJS</dc:creator>
  <cp:lastModifiedBy>PptxGenJS</cp:lastModifiedBy>
  <cp:revision>1</cp:revision>
  <dcterms:created xsi:type="dcterms:W3CDTF">2026-03-20T22:10:42Z</dcterms:created>
  <dcterms:modified xsi:type="dcterms:W3CDTF">2026-03-20T22:10:42Z</dcterms:modified>
</cp:coreProperties>
</file>